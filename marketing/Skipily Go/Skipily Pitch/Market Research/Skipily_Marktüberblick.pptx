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61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573172" y="3692884"/>
            <a:ext cx="408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digitale Plattform für Bootseigner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731520" y="47777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2026</a:t>
            </a:r>
            <a:endParaRPr lang="en-US" sz="11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E072596-9197-4323-703B-3C5D1C78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80"/>
          <a:stretch>
            <a:fillRect/>
          </a:stretch>
        </p:blipFill>
        <p:spPr>
          <a:xfrm>
            <a:off x="73152" y="457200"/>
            <a:ext cx="3840481" cy="32356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1600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Bootseigner stehen vor echten Herausforderungen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Unterwegs ein Problem?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See oder im fremden Hafen: Motor springt nicht an, ein Ersatzteil fehlt. Wer hilft? Wo ist der nächste Service? Maße und Teilenummern liegen zu Hause im Ordner.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25196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Ersatzteil dringend nötig?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Impeller defekt, Keilriemen gerissen, Anoden verbraucht. Welches Modell? Welche Maße? Die Infos liegen verstreut in Handbüchern, Rechnungen und Notizen.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704088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vergessen?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Rettungsinsel, Gasprüfung, Feuerlöscher, Signalmittel — über 30 verschiedene Prüfzyklen. Ohne System wird eine vergessene Wartung schnell zum teuren Schaden.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79" y="4526280"/>
            <a:ext cx="8092439" cy="4114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640080" y="45262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Mio. Freizeitboote weltweit — die meisten werden noch analog verwaltet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09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KOMPLEXITÄT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393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Über 30 Prüfzyklen auf jedem Boot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6692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612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&amp; Antrieb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34640" y="10515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Motoröl &amp; Filter (jährl./100h) · Impeller/Seewasserpumpe (jährl./200h) · Keilriemen (jährl.) · Wärmetauscher (2-3J) · Getriebeöl (jährl.) · Saildrive-Dichtung (5-7J) · Kraftstofffilter (jährl.) · Kühlflüssigkeit (2J) · Opferanoden Motor (jährl.)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57200" y="1709928"/>
            <a:ext cx="54864" cy="5669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196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7099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834640" y="17099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Rettungsinsel (3J Wartung, max. 15J) · Automatik-Rettungswesten (2J Wartung, max. 10J) · CO2-Patronen (Sichtprüfung) · Feuerlöscher (2J Wartung) · EPIRB-Batterie (5J) · EPIRB GPS-Test (vierteljährl.) · Erste-Hilfe-Set (jährl.)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2368296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457200" y="2368296"/>
            <a:ext cx="54864" cy="566928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780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3682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Signalmittel &amp; Gas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834640" y="23682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Seenotraketen &amp; Handfackeln (Ablauf 3-4J, Pyroschein!) · Rauchsignale (Ablauf 3-4J) · Gasanlage G608 (2J, gesetzl. Pflicht!) · Druckregler &amp; Schläuche (6J tauschen) · Prüfplakette + blaues Prüfbuch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7200" y="3026664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457200" y="3026664"/>
            <a:ext cx="54864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363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Rigg &amp; Segel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834640" y="30266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Wanten &amp; Stagen (10-15J tauschen) · Laufendes Gut (5-8J) · Segel zum Segelmacher (jährl.) · Winden reinigen &amp; schmieren (jährl.) · Rollreffanlage (jährl.) · Splinte &amp; Schäkel (jährl.) · Mastinspektion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457200" y="3685032"/>
            <a:ext cx="54864" cy="566928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6850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Unterwasserschiff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834640" y="3685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Antifouling (jährl. beim Kranen) · Opferanoden (jährl., tauschen bei &gt;50%) · Seeventile fetten &amp; prüfen (jährl.) · Ruderanlage &amp; Lager · Propeller · Bugstrahlruder-Anoden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457200" y="4343400"/>
            <a:ext cx="54864" cy="56692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5312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343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Elektrik &amp; Navigation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834640" y="4343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Batterien prüfen (jährl.) · Landstromanschluss · Positionslichter · AIS-Prüfung · Kompass-Deviation · Kartenplotter-Updates · Solaranlage · Tauwerk &amp; Festmacher (jährl. Sichtprüfung)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2189356" y="-397764"/>
            <a:ext cx="82296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7"/>
          <p:cNvSpPr/>
          <p:nvPr/>
        </p:nvSpPr>
        <p:spPr>
          <a:xfrm>
            <a:off x="2189356" y="-3977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Skipily digitalisiert und erinnert automatisch an jeden einzelnen Prüfzyklus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Skipily — Dein digitaler Bootsmanager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Sofort-Hilfe unterwegs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 beantwortet Bootsfragen sofort. Service-Finder zeigt Werften und Händler im aktuellen Hafen. Alle technischen Daten immer dabei.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2900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7373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Ersatzteile in Sekunden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616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Integrierter Shop mit Teilenummern, Maßen und Kompatibilität. Direkt aus der Ausrüstungsliste bestellen — kein Suchen, kein Raten.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217920" y="1371600"/>
            <a:ext cx="2514600" cy="5486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704088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Termin vergessen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5508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Wartungserinnerungen für alle 30+ Prüfzyklen. Von der Rettungsinsel bis zum Ölwechsel — alles im Blick.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690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Segel-</a:t>
            </a:r>
            <a:r>
              <a:rPr lang="en-US" sz="900" dirty="0" err="1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Maßblätter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724912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632" y="406908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136392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 5 Fotos pro Ausrüstung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809744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40690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21224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Gefahrstoff-Datenblätter im Shop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6894576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296" y="406908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06056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Service-Provider nach Standort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Skipily heute schon kann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Bootsverwaltung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technische Daten, Baujahr, Maße — alles an einem 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342900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371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Ausrüstungs-Manager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1188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Fotos, Seriennummern, Wartungszyklen, Teilenummern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Segel-Maßblätter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Typen: Großsegel, Genua, Gennaker, Code0 (OneSails)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64008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00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Integrierter Shop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Zubehör mit Preisvergleich, Gefahrstoffinfos, Lieferzeiten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342900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004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KI-Assistent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1188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Kontextbezogene Antworten, Wartungstipps, Troubleshooting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621792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004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Service-Finder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Werften, Segelmacher, Händler nach Standort und Kategorie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0080" y="4663440"/>
            <a:ext cx="809244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fertig  |  iOS App (SwiftUI)  |  Supabase Backend  |  29 DB-Migrationen  |  7 Kernfeatures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MARKTPOTENZIAL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 wachsender Milliarden-Markt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Mio+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Freizeitboote weltweit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Mio. Nordamerika, ~6 Mio. Europa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Bootsbesitz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2020 und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€38 Mrd.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Bootsmarkt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8,2% bis 2034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/  SAM  /  SOM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€38 Mrd.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Globaler Bootsmarkt (Fortune BI)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42900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€3.2 Mrd.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3484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Digitales Bootsmanagement Europa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€120 Mio.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2376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DACH + Mittelmeer in 5 Jahren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182880" cy="182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144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+61% Nachfrage E-Boote seit 2021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251960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70332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Europa: schnellstes Wachstum</a:t>
            </a:r>
            <a:endParaRPr lang="en-US" sz="9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51960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49224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Bootswert = jährl. Wartung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Drei Erlösströme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(gratis)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Boot, 10 Ausrüstungen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€4,99/Mo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Unbegrenzt, KI, erw. Shop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€9,99/Mo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API, Flotten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188720"/>
            <a:ext cx="256032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3383280" y="1188720"/>
            <a:ext cx="2560320" cy="41148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23444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6616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6-10% Provision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66160" y="2103120"/>
            <a:ext cx="219456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 kaufen Zubehör und Ersatzteile direkt aus der Ausrüstungsliste. Nahtlos vom Wartungsbedarf zum Kauf.</a:t>
            </a:r>
          </a:p>
          <a:p>
            <a:pPr marL="0" indent="0">
              <a:buNone/>
            </a:pPr>
            <a:endParaRPr lang="en-US" sz="1000" dirty="0">
              <a:solidFill>
                <a:srgbClr val="B0BEC5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Professional </a:t>
            </a:r>
          </a:p>
          <a:p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(API, </a:t>
            </a:r>
            <a:r>
              <a:rPr lang="en-US" sz="1000" b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unbegrenzt</a:t>
            </a:r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Produkte</a:t>
            </a:r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79,- Euro/Mo</a:t>
            </a:r>
          </a:p>
          <a:p>
            <a:pPr marL="0" indent="0">
              <a:buNone/>
            </a:pPr>
            <a:endParaRPr lang="en-US" sz="1000" dirty="0">
              <a:solidFill>
                <a:srgbClr val="B0BEC5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Enterprise </a:t>
            </a:r>
          </a:p>
          <a:p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(KI-</a:t>
            </a:r>
            <a:r>
              <a:rPr lang="en-US" sz="1000" b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Marktanalyse</a:t>
            </a:r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000" b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besseres</a:t>
            </a:r>
            <a:r>
              <a:rPr lang="en-US" sz="1000" b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 Ranking)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199,- Euro/Mo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1817370"/>
            <a:ext cx="219456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Werften &amp; Segelmacher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Serviceunternehmen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>
                <a:solidFill>
                  <a:srgbClr val="FFFFFF"/>
                </a:solidFill>
              </a:rPr>
              <a:t>Motor</a:t>
            </a: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Instrumente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Elektrik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>
                <a:solidFill>
                  <a:srgbClr val="FFFFFF"/>
                </a:solidFill>
              </a:rPr>
              <a:t>Klima/</a:t>
            </a:r>
            <a:r>
              <a:rPr lang="en-US" sz="1050" b="1" dirty="0" err="1">
                <a:solidFill>
                  <a:srgbClr val="FFFFFF"/>
                </a:solidFill>
              </a:rPr>
              <a:t>Heizung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etc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WETTBEWERBSVORTEIL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Skipily einzigartig macht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85876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3858768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868680" y="3968496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59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85876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Segel-Maßblätter digital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38587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 erste App mit standardisierten Formblättern für Großsegel, Genua, Gennaker und Code0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640080" y="2057400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868680" y="2167128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585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0574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KI-Assistent an Bord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14800" y="20574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Sofortige, kontextbezogene Hilfe bei Wartungsfragen — auch unterwegs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926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640080" y="2926080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68680" y="3035808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12724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29260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Integrierter Marktplatz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14800" y="2926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vom Wartungsbedarf zum Kauf — Teilenummern automatisch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117500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640080" y="1175004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0"/>
          <p:cNvSpPr/>
          <p:nvPr/>
        </p:nvSpPr>
        <p:spPr>
          <a:xfrm>
            <a:off x="868680" y="1284732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137617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11750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Ganzheitliche Plattform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114800" y="117500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Ausrüstung, Segel, Shop, Service, KI — eine App statt fünf Tools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ENTWICKLUNGSSTAND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steht — Plattform wächst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 (Q1 2026)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komplett funktionsfähig (SwiftUI)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 (Auth, DB, Storage)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Bootsverwaltung mit Foto-Upload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Ausrüstungs-Manager (5 Fotos, Wartungszyklen)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Segel-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Maßblatt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integriert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mit Produktdetails &amp; Gefahrstoffinfos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Service-Finder mit Karte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mit Avatar-Upload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Datenbank-Migrationen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Store, Marketing, Beta-Community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846320" y="2057400"/>
            <a:ext cx="54864" cy="7315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KI v2, Payment, B2B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54864" cy="7315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Häfen, API, International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79476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54864" cy="73152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Flotten, IoT, Versicherungen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4320"/>
            <a:ext cx="45720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Bereit, das Bootsmanagement zu revolutionieren?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aufnehmen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contact@skipily.com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www.skipily.com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1520" y="47777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Zeit und Ihr Interesse.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</Words>
  <Application>Microsoft Macintosh PowerPoint</Application>
  <PresentationFormat>Bildschirmpräsentation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Skipily - Investor Pitch Deck</dc:title>
  <dc:subject>PptxGenJS Presentation</dc:subject>
  <dc:creator>Skipily</dc:creator>
  <cp:lastModifiedBy>Ekkehart Padberg</cp:lastModifiedBy>
  <cp:revision>4</cp:revision>
  <dcterms:created xsi:type="dcterms:W3CDTF">2026-04-01T08:08:39Z</dcterms:created>
  <dcterms:modified xsi:type="dcterms:W3CDTF">2026-06-26T05:42:26Z</dcterms:modified>
</cp:coreProperties>
</file>